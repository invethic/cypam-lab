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9" r:id="rId3"/>
    <p:sldId id="260" r:id="rId4"/>
    <p:sldId id="263" r:id="rId5"/>
    <p:sldId id="268" r:id="rId6"/>
    <p:sldId id="270" r:id="rId7"/>
    <p:sldId id="269" r:id="rId8"/>
    <p:sldId id="271" r:id="rId9"/>
    <p:sldId id="258" r:id="rId1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60" d="100"/>
          <a:sy n="60" d="100"/>
        </p:scale>
        <p:origin x="-2098" y="-5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D21CA-4582-46FE-988D-B9B8C56466D3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CC676-4017-4F7C-887F-8DF4972B833D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D21CA-4582-46FE-988D-B9B8C56466D3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CC676-4017-4F7C-887F-8DF4972B833D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D21CA-4582-46FE-988D-B9B8C56466D3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CC676-4017-4F7C-887F-8DF4972B833D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D21CA-4582-46FE-988D-B9B8C56466D3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CC676-4017-4F7C-887F-8DF4972B833D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D21CA-4582-46FE-988D-B9B8C56466D3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CC676-4017-4F7C-887F-8DF4972B833D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D21CA-4582-46FE-988D-B9B8C56466D3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CC676-4017-4F7C-887F-8DF4972B833D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D21CA-4582-46FE-988D-B9B8C56466D3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CC676-4017-4F7C-887F-8DF4972B833D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D21CA-4582-46FE-988D-B9B8C56466D3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CC676-4017-4F7C-887F-8DF4972B833D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D21CA-4582-46FE-988D-B9B8C56466D3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CC676-4017-4F7C-887F-8DF4972B833D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D21CA-4582-46FE-988D-B9B8C56466D3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CC676-4017-4F7C-887F-8DF4972B833D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D21CA-4582-46FE-988D-B9B8C56466D3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CC676-4017-4F7C-887F-8DF4972B833D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ED21CA-4582-46FE-988D-B9B8C56466D3}" type="datetimeFigureOut">
              <a:rPr lang="fr-FR" smtClean="0"/>
              <a:t>27/10/2026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CC676-4017-4F7C-887F-8DF4972B833D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 descr="Mini ligne automatisée de coques de télé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0108"/>
            <a:ext cx="9144000" cy="51462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PhotoMatonVitrin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0"/>
            <a:ext cx="51435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Architecture technique du Photomaton personnalisé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ChatGPT Image Oct 27, 2026, 05_25_28 AM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5047"/>
            <a:ext cx="9144000" cy="64701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Infographie BTS ATI2 _ Ligne industrielle et qualité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45" y="142852"/>
            <a:ext cx="8858311" cy="66437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ChatGPT Image Oct 27, 2026, 05_25_28 AM-2.png"/>
          <p:cNvPicPr>
            <a:picLocks noChangeAspect="1"/>
          </p:cNvPicPr>
          <p:nvPr/>
        </p:nvPicPr>
        <p:blipFill>
          <a:blip r:embed="rId2"/>
          <a:srcRect l="65563" t="39309" b="25125"/>
          <a:stretch>
            <a:fillRect/>
          </a:stretch>
        </p:blipFill>
        <p:spPr>
          <a:xfrm>
            <a:off x="214282" y="214290"/>
            <a:ext cx="8715404" cy="63689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Technologies clés de l’Usine 4.0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0108"/>
            <a:ext cx="9144000" cy="51462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Technologies clés de l’Usine 4.0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4356"/>
            <a:ext cx="9144000" cy="514623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hatGPT Image Oct 24, 2026, 11_47_04 AM-1.png"/>
          <p:cNvPicPr/>
          <p:nvPr/>
        </p:nvPicPr>
        <p:blipFill>
          <a:blip r:embed="rId2"/>
          <a:srcRect b="44292"/>
          <a:stretch>
            <a:fillRect/>
          </a:stretch>
        </p:blipFill>
        <p:spPr>
          <a:xfrm>
            <a:off x="500034" y="357166"/>
            <a:ext cx="8001056" cy="60007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0</Words>
  <Application>Microsoft Office PowerPoint</Application>
  <PresentationFormat>Affichage à l'écran (4:3)</PresentationFormat>
  <Paragraphs>0</Paragraphs>
  <Slides>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Thème Office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Hakim</dc:creator>
  <cp:lastModifiedBy>Hakim</cp:lastModifiedBy>
  <cp:revision>4</cp:revision>
  <dcterms:created xsi:type="dcterms:W3CDTF">2026-10-27T04:14:15Z</dcterms:created>
  <dcterms:modified xsi:type="dcterms:W3CDTF">2026-10-27T04:50:16Z</dcterms:modified>
</cp:coreProperties>
</file>